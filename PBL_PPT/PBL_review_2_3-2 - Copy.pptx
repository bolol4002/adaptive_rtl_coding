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  <p:sldMasterId id="2147483672" r:id="rId3"/>
  </p:sldMasterIdLst>
  <p:notesMasterIdLst>
    <p:notesMasterId r:id="rId14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0987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07854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0291771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787745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88002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89591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274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0992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5912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82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7962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523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70375-3E93-17B7-7A01-AB1B2917C8E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900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966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0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7829C-FE31-A8D4-F889-29ED3470238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787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6028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54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999AB-A81A-5C50-CE27-DC772E35AE0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363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918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245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6D6421-6AA2-B44E-BCA1-C10BB4C70BB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218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620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298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9BAFE-D749-1CD0-83B7-6C03139EBED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37682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554059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0857175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86873450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0191719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0730124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36639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087035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8861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356406353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895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042232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95241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635342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308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85355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294983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849582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554377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081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1968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57031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413970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25542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679189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325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2033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803311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538120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314597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209236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701106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205858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84573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4808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840669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6684499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8535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63068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211890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8151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489167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3633762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79833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783683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534922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7843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239999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8498643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5232327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40645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459151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2571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678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24648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48609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87828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278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4134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733046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07933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315708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46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553978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0272333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6088828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9175938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005125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8439546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175101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862344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4344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926108383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141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12313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63445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01507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6120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23519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110228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44537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95426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8407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8409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03227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606484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56221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350767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53876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3365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26748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455078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7634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068790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122498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3135710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0602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8846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9749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842819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0894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323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322957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7651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89812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93110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82800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563051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132676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9455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4344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2925251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3385967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12062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283377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959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2109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69062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87637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057093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666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2831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183630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341222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495712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485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310986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8076612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77770940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66106221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475535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83122485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828980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32459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1316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079008723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3792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79131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99405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828363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7699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394954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32095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07612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196094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3747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2919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82818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67545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225639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455731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748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4819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74823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414974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08008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461338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216213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650714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2719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378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87880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2321791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92375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88777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7354387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257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32684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661627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1475315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546937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964548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50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962263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0888700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9615541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918108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247008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5970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9281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651720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36393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134879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4260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99066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1482173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41617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234171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74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67066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92709632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8297674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1857081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71066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051846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225661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49019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153741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3863791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385193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5269868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398373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32401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243970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21408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2322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77522111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0438253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1991467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61672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927610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019295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439766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63533" name="Title 1"/>
          <p:cNvSpPr>
            <a:spLocks noGrp="1"/>
          </p:cNvSpPr>
          <p:nvPr>
            <p:ph type="ctrTitle"/>
          </p:nvPr>
        </p:nvSpPr>
        <p:spPr bwMode="auto">
          <a:xfrm>
            <a:off x="1523999" y="436919"/>
            <a:ext cx="9144000" cy="2387599"/>
          </a:xfrm>
        </p:spPr>
        <p:txBody>
          <a:bodyPr/>
          <a:lstStyle/>
          <a:p>
            <a:pPr algn="ctr">
              <a:defRPr/>
            </a:pPr>
            <a:r>
              <a:rPr sz="2400" b="1">
                <a:solidFill>
                  <a:schemeClr val="tx1"/>
                </a:solidFill>
                <a:ea typeface="Times New Roman"/>
              </a:rPr>
              <a:t>Adaptive RTL Control Unit for Power-Aware </a:t>
            </a:r>
            <a:r>
              <a:rPr sz="2400" b="1">
                <a:solidFill>
                  <a:schemeClr val="tx1"/>
                </a:solidFill>
                <a:ea typeface="Times New Roman"/>
              </a:rPr>
              <a:t>Control Unit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517367471" name="Subtitle 2"/>
          <p:cNvSpPr>
            <a:spLocks noGrp="1"/>
          </p:cNvSpPr>
          <p:nvPr>
            <p:ph type="subTitle" idx="1"/>
          </p:nvPr>
        </p:nvSpPr>
        <p:spPr bwMode="auto">
          <a:xfrm>
            <a:off x="2601126" y="4429918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r">
              <a:defRPr/>
            </a:pPr>
            <a:r>
              <a:rPr lang="en-IN">
                <a:solidFill>
                  <a:schemeClr val="tx1"/>
                </a:solidFill>
              </a:rPr>
              <a:t>  – Sayooj S</a:t>
            </a:r>
            <a:endParaRPr>
              <a:solidFill>
                <a:schemeClr val="tx1"/>
              </a:solidFill>
            </a:endParaRPr>
          </a:p>
          <a:p>
            <a:pPr marL="349965" indent="-349965" algn="r">
              <a:buFont typeface="Arial"/>
              <a:buChar char="–"/>
              <a:defRPr/>
            </a:pPr>
            <a:r>
              <a:rPr lang="en-IN">
                <a:solidFill>
                  <a:schemeClr val="tx1"/>
                </a:solidFill>
              </a:rPr>
              <a:t>Pranav M</a:t>
            </a:r>
            <a:endParaRPr>
              <a:solidFill>
                <a:schemeClr val="tx1"/>
              </a:solidFill>
            </a:endParaRPr>
          </a:p>
          <a:p>
            <a:pPr marL="349965" indent="-349965" algn="r">
              <a:buFont typeface="Arial"/>
              <a:buChar char="–"/>
              <a:defRPr/>
            </a:pPr>
            <a:r>
              <a:rPr lang="en-IN">
                <a:solidFill>
                  <a:schemeClr val="tx1"/>
                </a:solidFill>
              </a:rPr>
              <a:t>Rohan M</a:t>
            </a:r>
            <a:endParaRPr>
              <a:solidFill>
                <a:schemeClr val="tx1"/>
              </a:solidFill>
            </a:endParaRPr>
          </a:p>
          <a:p>
            <a:pPr marL="349965" indent="-349965" algn="r">
              <a:buFont typeface="Arial"/>
              <a:buChar char="–"/>
              <a:defRPr/>
            </a:pPr>
            <a:r>
              <a:rPr lang="en-IN">
                <a:solidFill>
                  <a:schemeClr val="tx1"/>
                </a:solidFill>
              </a:rPr>
              <a:t>Rizwan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688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329051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Fixed RTL control units lack adaptability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 and performance requirements vary at runtime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High-performance designs waste power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Power-optimized designs limit speed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Need for RTL-level adaptive control logic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5631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PREVIOUSLY</a:t>
            </a:r>
            <a:endParaRPr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5656590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Chosen Digital Design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RISC-V inspired Control Unit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Fixed Design Parameters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 set and datapath remain constant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Same functionality across both variants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Optimization Focus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Minimize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 power consumption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power-efficient variant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Minimize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critical path delay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high-performance variant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791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4800" b="1"/>
          </a:p>
        </p:txBody>
      </p:sp>
      <p:sp>
        <p:nvSpPr>
          <p:cNvPr id="19384397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a power-efficient control unit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a high-performance control unit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 runtime mode switching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using SystemVerilog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Analyze power and timing in Vivado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90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METHODOLOGY</a:t>
            </a:r>
            <a:endParaRPr sz="4800" b="1"/>
          </a:p>
        </p:txBody>
      </p:sp>
      <p:sp>
        <p:nvSpPr>
          <p:cNvPr id="16693993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Select simplified RISC-V control logic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two RTL control variants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 switching in power-efficient design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 critical path in performance design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adaptive wrapper for mode selection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0860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4800" b="1"/>
          </a:p>
        </p:txBody>
      </p:sp>
      <p:sp>
        <p:nvSpPr>
          <p:cNvPr id="13342410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RTL coding impacts power and timing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Adaptive control improves efficiency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Power-performance trade-off demonstrated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Achieved without datapath changes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Suitable for FPGA implementation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2026-01-30T16:22:10Z</dcterms:modified>
</cp:coreProperties>
</file>