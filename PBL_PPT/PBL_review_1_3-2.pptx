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336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40961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1580497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200254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63978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631818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848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872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60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70375-3E93-17B7-7A01-AB1B2917C8E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289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68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44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999AB-A81A-5C50-CE27-DC772E35AE0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889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770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543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6D6421-6AA2-B44E-BCA1-C10BB4C70BB9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88177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4947691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91934797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6335781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92649130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29437728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4422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02528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05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914444441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006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105867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72940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29242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9394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1959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70749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441961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60763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2873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843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367949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23518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03567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288482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8518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7000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01201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899668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889426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625668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36117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669364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64511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69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9866602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417279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4004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0836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6842146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5111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64728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8301179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15037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037061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729625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8652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4036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4784095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763920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841289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786356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615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5369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8093853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243951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633788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88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6664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0980737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98134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351542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393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802262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3036995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7324338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8623564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8604168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26661937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03207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071570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5250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492968039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690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725755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665109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682152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87488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36594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267795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3996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55359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8369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1482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19546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818061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59693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000428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324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018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998479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230437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979052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3809152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4244827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32049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2944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6147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516212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969774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9313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9026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0376852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3087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05107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739560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22616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79248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232729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0172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79677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7513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160915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503823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69703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7604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0767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215241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16607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948614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8813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8799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001037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409912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901082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0639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3328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665235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1039815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10926992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9050578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79583761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61397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648279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390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092584079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8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60638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80699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499545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8480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8048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88789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356545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105724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683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1966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3190286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11879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895542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457083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6097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948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586388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347754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4855813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25600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68715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0789714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77767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1567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675582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636898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0809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72078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0885579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0563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82215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0311849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32476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77203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440757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839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515304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103841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2019073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975541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092341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7737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7965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720433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75799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467619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4282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6398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227502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23591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839283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989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060050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42560857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518035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86155343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90864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4337896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533735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94261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10453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88137302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49089292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6379151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36865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592360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8345535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15878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435018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40446083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0903884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19092611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760186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2108128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036291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42886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645261" name="Title 1"/>
          <p:cNvSpPr>
            <a:spLocks noGrp="1"/>
          </p:cNvSpPr>
          <p:nvPr>
            <p:ph type="ctrTitle"/>
          </p:nvPr>
        </p:nvSpPr>
        <p:spPr bwMode="auto">
          <a:xfrm>
            <a:off x="1523999" y="436919"/>
            <a:ext cx="9144000" cy="2387599"/>
          </a:xfrm>
        </p:spPr>
        <p:txBody>
          <a:bodyPr/>
          <a:lstStyle/>
          <a:p>
            <a:pPr algn="ctr"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Adaptive RTL Coding Style Selection for Power-Aware Digital Design</a:t>
            </a:r>
            <a:endParaRPr sz="3600" b="1"/>
          </a:p>
        </p:txBody>
      </p:sp>
      <p:sp>
        <p:nvSpPr>
          <p:cNvPr id="1182923800" name="Subtitle 2"/>
          <p:cNvSpPr>
            <a:spLocks noGrp="1"/>
          </p:cNvSpPr>
          <p:nvPr>
            <p:ph type="subTitle" idx="1"/>
          </p:nvPr>
        </p:nvSpPr>
        <p:spPr bwMode="auto">
          <a:xfrm>
            <a:off x="2601126" y="4429918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algn="r">
              <a:defRPr/>
            </a:pPr>
            <a:r>
              <a:rPr lang="en-IN"/>
              <a:t>  – Sayooj S</a:t>
            </a:r>
            <a:endParaRPr lang="en-IN"/>
          </a:p>
          <a:p>
            <a:pPr marL="349965" indent="-349965" algn="r">
              <a:buFont typeface="Arial"/>
              <a:buChar char="–"/>
              <a:defRPr/>
            </a:pPr>
            <a:r>
              <a:rPr lang="en-IN"/>
              <a:t>Pranav M</a:t>
            </a:r>
            <a:endParaRPr lang="en-IN"/>
          </a:p>
          <a:p>
            <a:pPr marL="349965" indent="-349965" algn="r">
              <a:buFont typeface="Arial"/>
              <a:buChar char="–"/>
              <a:defRPr/>
            </a:pPr>
            <a:r>
              <a:rPr lang="en-IN"/>
              <a:t>Rohan M</a:t>
            </a:r>
            <a:endParaRPr lang="en-IN"/>
          </a:p>
          <a:p>
            <a:pPr marL="349965" indent="-349965" algn="r">
              <a:buFont typeface="Arial"/>
              <a:buChar char="–"/>
              <a:defRPr/>
            </a:pPr>
            <a:r>
              <a:rPr lang="en-IN"/>
              <a:t>Rizwan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951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b="1">
                <a:latin typeface="Times New Roman"/>
                <a:ea typeface="Times New Roman"/>
                <a:cs typeface="Times New Roman"/>
              </a:rPr>
              <a:t>Problem Statement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1460776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continuous scaling of CMOS technology, power consumption and timing closure have become critical challenges in digital design.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RTL coding style plays a significant role in determining switching activity, area utilization, and critical path delay.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Conventional design flows use a fixed RTL implementation, regardless of system-level performance or power requirements.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lack of adaptability often leads to inefficient designs and unnecessary power dissipation.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 is a need for a simple and flexible RTL-level mechanism that can adapt design behavior based on performance or power constraints.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44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  <a:endParaRPr sz="4800" b="1"/>
          </a:p>
        </p:txBody>
      </p:sp>
      <p:sp>
        <p:nvSpPr>
          <p:cNvPr id="20844513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design multiple RTL implementations of the same digital functionality optimized for different design goals.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 an adaptive RTL framework that can select between coding styles based on power or performance requirements.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analyze and compare the impact of adaptive RTL selection on power consumption, area, and timing performance.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772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METHODOLOGY</a:t>
            </a:r>
            <a:endParaRPr sz="4800" b="1"/>
          </a:p>
        </p:txBody>
      </p:sp>
      <p:sp>
        <p:nvSpPr>
          <p:cNvPr id="20093090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a representative digital module (e.g., 8-bit ALU or arithmetic unit).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two RTL variants: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Low-power optimized version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High-performance optimized version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a control-based wrapper to select the appropriate RTL version based on operating mode.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Verify functional correctness using simulation.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Synthesize all versions using a submicron technology library.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 and compare power, area, and timing metrics.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Analyze trade-offs and identify optimal operating conditions.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Theme 1</vt:lpstr>
      <vt:lpstr>Theme 2</vt:lpstr>
      <vt:lpstr>Theme 3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2025-12-26T16:23:50Z</dcterms:modified>
</cp:coreProperties>
</file>